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9" autoAdjust="0"/>
    <p:restoredTop sz="94660"/>
  </p:normalViewPr>
  <p:slideViewPr>
    <p:cSldViewPr snapToGrid="0">
      <p:cViewPr varScale="1">
        <p:scale>
          <a:sx n="57" d="100"/>
          <a:sy n="57" d="100"/>
        </p:scale>
        <p:origin x="33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59E4-070F-4A32-B206-A6C09C80CC9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2300-9444-42F6-B9BE-BBA9844F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14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59E4-070F-4A32-B206-A6C09C80CC9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2300-9444-42F6-B9BE-BBA9844F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94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59E4-070F-4A32-B206-A6C09C80CC9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2300-9444-42F6-B9BE-BBA9844F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6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59E4-070F-4A32-B206-A6C09C80CC9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2300-9444-42F6-B9BE-BBA9844F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663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59E4-070F-4A32-B206-A6C09C80CC9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2300-9444-42F6-B9BE-BBA9844F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8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59E4-070F-4A32-B206-A6C09C80CC9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2300-9444-42F6-B9BE-BBA9844F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6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59E4-070F-4A32-B206-A6C09C80CC9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2300-9444-42F6-B9BE-BBA9844F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56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59E4-070F-4A32-B206-A6C09C80CC9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2300-9444-42F6-B9BE-BBA9844F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993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59E4-070F-4A32-B206-A6C09C80CC9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2300-9444-42F6-B9BE-BBA9844F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91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59E4-070F-4A32-B206-A6C09C80CC9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2300-9444-42F6-B9BE-BBA9844F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5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59E4-070F-4A32-B206-A6C09C80CC9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32300-9444-42F6-B9BE-BBA9844F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10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959E4-070F-4A32-B206-A6C09C80CC9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32300-9444-42F6-B9BE-BBA9844F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879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"/>
            <a:ext cx="12192000" cy="685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10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964"/>
            <a:ext cx="12256315" cy="693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704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870"/>
            <a:ext cx="12192000" cy="687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286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981"/>
            <a:ext cx="12192000" cy="692619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726" y="4298329"/>
            <a:ext cx="5077171" cy="110418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726" y="2651385"/>
            <a:ext cx="4571143" cy="123468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726" y="1394091"/>
            <a:ext cx="4544351" cy="105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0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74"/>
            <a:ext cx="12192000" cy="691274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657" y="1095357"/>
            <a:ext cx="4276756" cy="466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98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612"/>
            <a:ext cx="12192000" cy="691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75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7" y="0"/>
            <a:ext cx="12079785" cy="685799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811" y="2297653"/>
            <a:ext cx="4425813" cy="332297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912" y="2347521"/>
            <a:ext cx="2423889" cy="327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14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854"/>
            <a:ext cx="12192000" cy="692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429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537"/>
            <a:ext cx="12192000" cy="688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43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99"/>
            <a:ext cx="12192000" cy="688359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470" y="1359223"/>
            <a:ext cx="5832003" cy="435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12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한승윤</dc:creator>
  <cp:lastModifiedBy>한승윤</cp:lastModifiedBy>
  <cp:revision>2</cp:revision>
  <dcterms:created xsi:type="dcterms:W3CDTF">2025-10-27T14:20:51Z</dcterms:created>
  <dcterms:modified xsi:type="dcterms:W3CDTF">2025-10-27T14:22:35Z</dcterms:modified>
</cp:coreProperties>
</file>
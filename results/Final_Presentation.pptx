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서울시 물 수요 예측 및 정책 시뮬레이션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ANFIS에서 하이브리드 모델로의 진화</a:t>
            </a:r>
          </a:p>
          <a:p>
            <a:r>
              <a:t>(From ANFIS to Hybrid Model)</a:t>
            </a:r>
          </a:p>
          <a:p/>
          <a:p>
            <a:r>
              <a:t>발표자: 남승현</a:t>
            </a:r>
          </a:p>
          <a:p/>
          <a:p>
            <a:r>
              <a:t>"데이터로 정책의 미래를 예측하다"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문제 제기 및 초기 시도 (The Challenge)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목표: 서울시 월별 물 수요 예측 및 요금 정책 시뮬레이션</a:t>
            </a:r>
          </a:p>
          <a:p>
            <a:pPr/>
            <a:r>
              <a:t>초기 모델: ANFIS (Neuro-Fuzzy System)</a:t>
            </a:r>
          </a:p>
          <a:p>
            <a:pPr lvl="1"/>
            <a:r>
              <a:t>성과: R² 0.68 (준수한 예측력)</a:t>
            </a:r>
          </a:p>
          <a:p>
            <a:pPr lvl="1">
              <a:defRPr b="1">
                <a:solidFill>
                  <a:srgbClr val="FF0000"/>
                </a:solidFill>
              </a:defRPr>
            </a:pPr>
            <a:r>
              <a:t>한계 (Critical Failure): '스트레스 테스트' 실패</a:t>
            </a:r>
          </a:p>
          <a:p>
            <a:pPr lvl="2"/>
            <a:r>
              <a:t>요금 +10% 인상 시 → 수요 +7.8% 증가 (비상식적 결과)</a:t>
            </a:r>
          </a:p>
          <a:p>
            <a:pPr lvl="2"/>
            <a:r>
              <a:t>원인: 학습 데이터 범위를 벗어난 입력에 대한 외삽(Extrapolation) 오류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딜레마: 정확도 vs 설명력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대안 모델: XGBoost (Tree-based Model)</a:t>
            </a:r>
          </a:p>
          <a:p>
            <a:pPr>
              <a:defRPr>
                <a:solidFill>
                  <a:srgbClr val="008000"/>
                </a:solidFill>
              </a:defRPr>
            </a:pPr>
            <a:r>
              <a:t>성과: R² 0.93, 오차(RMSE) 50% 감소 (압도적 정확도)</a:t>
            </a:r>
          </a:p>
          <a:p>
            <a:pPr>
              <a:defRPr b="1"/>
            </a:pPr>
            <a:r>
              <a:t>새로운 문제: '요금 불감증 (Insensitivity)'</a:t>
            </a:r>
          </a:p>
          <a:p>
            <a:pPr lvl="1"/>
            <a:r>
              <a:t>요금 +10% 인상 시 → 수요 변화 0%</a:t>
            </a:r>
          </a:p>
          <a:p>
            <a:pPr lvl="1"/>
            <a:r>
              <a:t>원인: 모델이 계절/날씨 변수에만 의존하고, 영향력이 작은 요금 변수를 무시</a:t>
            </a:r>
          </a:p>
          <a:p>
            <a:pPr>
              <a:defRPr i="1"/>
            </a:pPr>
            <a:r>
              <a:t>핵심 질문: "정확하지만 정책 반영이 안 되는 모델을 쓸 것인가?"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해결책: 하이브리드 모델 (The Solution)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접근법: 두 모델의 장점 결합 (Hybrid Approach)</a:t>
            </a:r>
          </a:p>
          <a:p>
            <a:pPr/>
            <a:r>
              <a:t>1. 기본 수요 (Base Demand): XGBoost 담당</a:t>
            </a:r>
          </a:p>
          <a:p>
            <a:pPr lvl="1"/>
            <a:r>
              <a:t>계절 및 날씨 패턴을 정확하게 예측</a:t>
            </a:r>
          </a:p>
          <a:p>
            <a:pPr/>
            <a:r>
              <a:t>2. 정책 효과 (Policy Effect): 회귀분석(OLS) 담당</a:t>
            </a:r>
          </a:p>
          <a:p>
            <a:pPr lvl="1"/>
            <a:r>
              <a:t>경제학적 '요금 탄력성' (-0.0621) 산출 및 적용</a:t>
            </a:r>
          </a:p>
          <a:p>
            <a:pPr>
              <a:defRPr b="1">
                <a:solidFill>
                  <a:srgbClr val="0000FF"/>
                </a:solidFill>
              </a:defRPr>
            </a:pPr>
            <a:r>
              <a:t>최종 로직: 최종 수요 = XGBoost 예측값 × (1 + 탄력성 × 요금변동률)</a:t>
            </a:r>
          </a:p>
          <a:p>
            <a:pPr/>
            <a:r>
              <a:t>결과: 정확도 유지 (R² 0.93) + 경제 논리 부합 (요금 인상 시 수요 감소)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결론 및 데모 (Conclusion)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프로젝트 요약</a:t>
            </a:r>
          </a:p>
          <a:p>
            <a:pPr/>
            <a:r>
              <a:t>단순 예측을 넘어, 정책 입안자가 활용 가능한 '설명 가능한 AI' 구현</a:t>
            </a:r>
          </a:p>
          <a:p>
            <a:pPr/>
            <a:r>
              <a:t>데이터 과학(ML)과 사회 과학(경제학)의 성공적인 융합</a:t>
            </a:r>
          </a:p>
          <a:p>
            <a:pPr>
              <a:defRPr b="1"/>
            </a:pPr>
            <a:r>
              <a:t>최종 결과물: Streamlit 대시보드</a:t>
            </a:r>
          </a:p>
          <a:p>
            <a:pPr lvl="1"/>
            <a:r>
              <a:t>주요 기능: 요금 시나리오 슬라이더, 장기 예측, 한/영 다국어 지원</a:t>
            </a:r>
          </a:p>
          <a:p>
            <a:br/>
            <a:pPr algn="ctr">
              <a:defRPr sz="2400"/>
            </a:pPr>
            <a:r>
              <a:t>"정확한 예측과 논리적인 시뮬레이션으로</a:t>
            </a:r>
            <a:br/>
            <a:r>
              <a:t>서울시 물 관리의 효율성을 높입니다."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